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685800"/>
            <a:ext cx="10363200" cy="5486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b="1"/>
              <a:t>Northstar Launch</a:t>
            </a:r>
            <a:endParaRPr lang="en-US"/>
          </a:p>
          <a:p>
            <a:r>
              <a:rPr lang="en-US" sz="1800"/>
              <a:t>Program briefing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685800"/>
            <a:ext cx="10363200" cy="5486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b="1"/>
              <a:t>Schedule</a:t>
            </a:r>
            <a:endParaRPr lang="en-US"/>
          </a:p>
          <a:p>
            <a:r>
              <a:rPr lang="en-US" sz="1800"/>
              <a:t>Launch date: 14 November 2026</a:t>
            </a:r>
            <a:endParaRPr lang="en-US"/>
          </a:p>
          <a:p>
            <a:r>
              <a:rPr lang="en-US" sz="1800"/>
              <a:t>Launch region: Halifax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685800"/>
            <a:ext cx="10363200" cy="5486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b="1"/>
              <a:t>Controls</a:t>
            </a:r>
            <a:endParaRPr lang="en-US"/>
          </a:p>
          <a:p>
            <a:r>
              <a:rPr lang="en-US" sz="1800"/>
              <a:t>Approved budget: USD 275000</a:t>
            </a:r>
            <a:endParaRPr lang="en-US"/>
          </a:p>
          <a:p>
            <a:r>
              <a:rPr lang="en-US" sz="1800"/>
              <a:t>Risk owner: Rafael Singh</a:t>
            </a:r>
            <a:endParaRPr lang="en-US"/>
          </a:p>
          <a:p>
            <a:r>
              <a:rPr lang="en-US" sz="1800"/>
              <a:t>Rollback code: LIME-42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ness">
  <a:themeElements>
    <a:clrScheme name="Harness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arness">
      <a:majorFont>
        <a:latin typeface="Arial"/>
      </a:majorFont>
      <a:minorFont>
        <a:latin typeface="Arial"/>
      </a:minorFont>
    </a:fontScheme>
    <a:fmtScheme name="Harness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Harness Bench</Application>
  <PresentationFormat>Widescreen</PresentationFormat>
  <Slides>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Northstar Launch</dc:title>
  <dc:creator>Harness Bench</dc:creator>
  <dcterms:created xsi:type="dcterms:W3CDTF">2020-01-01T00:00:00Z</dcterms:created>
  <dcterms:modified xsi:type="dcterms:W3CDTF">2020-01-01T00:00:00Z</dcterms:modified>
</cp:coreProperties>
</file>